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9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2816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KYC Onboarding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Compliance Engine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794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compliance-based onboarding with AI-powered fraud verification and background screening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HCLTech x UBC AI/ML Hackathon  --  Use Case #06 -- Banking / FinTech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-- and the three-stage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country demands different documents, fields, and verification flows -- but most onboarding pipelines don't adapt.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73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40-60%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KYC onboarding drop-off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37560" y="16002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37560" y="1673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$25-50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29000" y="2194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manual KYC review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1673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60s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309360" y="2194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automated onboarding time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098280" y="16002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98280" y="1673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$3.1B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89720" y="2194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KYC market size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HCLTech x UBC Hackathon use-case brief, Use Case #06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" y="3154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three-stage pipeline, cheapest check first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85800" y="3840480"/>
            <a:ext cx="457200" cy="457200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" y="44348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fraud gate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pasted fields or scripted uniform-fast typing -- before any document or OSINT work runs.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51960" y="361188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480560" y="3840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8056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80560" y="44348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Jurisdiction-aware verification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48056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A: full Video KYC (OCR + face-match + liveness). Country B: ID-only eKYC.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275320" y="3840480"/>
            <a:ext cx="457200" cy="457200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753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75320" y="44348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OSINT compliance agent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27532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OFAC SDN list, adverse media, court records -&gt; LLM risk summary (LOW/MED/HIGH).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real integrations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flow through the fraud gate, jurisdiction-aware document check, then the OSINT agent -- which calls four real external services, in this order.</a:t>
            </a:r>
            <a:endParaRPr lang="en-US" sz="1300" dirty="0"/>
          </a:p>
        </p:txBody>
      </p:sp>
      <p:pic>
        <p:nvPicPr>
          <p:cNvPr id="4" name="Image 0" descr="/tmp/kyc_build/assets/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4170449" cy="5029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47689" y="1417320"/>
            <a:ext cx="6619471" cy="1207008"/>
          </a:xfrm>
          <a:prstGeom prst="roundRect">
            <a:avLst>
              <a:gd name="adj" fmla="val 4545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/tmp/kyc_build/assets/image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84849" y="16002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44969" y="1527048"/>
            <a:ext cx="53850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OFAC SDN List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6044969" y="1819656"/>
            <a:ext cx="53850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screening -- 7,495 entries, fuzzy name + DOB match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044969" y="2130552"/>
            <a:ext cx="5385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CSV, no per-request limit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4947689" y="2697480"/>
            <a:ext cx="6619471" cy="1207008"/>
          </a:xfrm>
          <a:prstGeom prst="roundRect">
            <a:avLst>
              <a:gd name="adj" fmla="val 4545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/tmp/kyc_build/assets/image2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84849" y="288036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44969" y="2807208"/>
            <a:ext cx="53850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DuckDuckGo (ddgs)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044969" y="3099816"/>
            <a:ext cx="53850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media search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6044969" y="3410712"/>
            <a:ext cx="5385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Unofficial -- ~30 req/min community-observed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4947689" y="3977640"/>
            <a:ext cx="6619471" cy="1207008"/>
          </a:xfrm>
          <a:prstGeom prst="roundRect">
            <a:avLst>
              <a:gd name="adj" fmla="val 4545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/tmp/kyc_build/assets/image3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84849" y="416052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044969" y="4087368"/>
            <a:ext cx="53850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CourtListener API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044969" y="4379976"/>
            <a:ext cx="53850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records lookup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6044969" y="4690872"/>
            <a:ext cx="5385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tier: 5 req/min, 50/hr, 125/day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4947689" y="5257800"/>
            <a:ext cx="6619471" cy="1207008"/>
          </a:xfrm>
          <a:prstGeom prst="roundRect">
            <a:avLst>
              <a:gd name="adj" fmla="val 4545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/tmp/kyc_build/assets/image4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084849" y="544068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044969" y="5367528"/>
            <a:ext cx="53850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(local LLM)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6044969" y="5660136"/>
            <a:ext cx="53850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summary generation (LOW/MED/HIGH)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6044969" y="5971032"/>
            <a:ext cx="5385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hardware -- no external limit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&amp; hallucination strategy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OSINT agent's risk read is LLM-generated -- here's what can go wrong, and how a bad summary is kept from silently becoming a wrong decision.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86400" cy="4434840"/>
          </a:xfrm>
          <a:prstGeom prst="roundRect">
            <a:avLst>
              <a:gd name="adj" fmla="val 1649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risk: inconsistent search input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2377440"/>
            <a:ext cx="50292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Adverse-media search runs live against DuckDuckGo -- the same query does not always return the same results between runs.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filter map removes low-signal sources (e.g. Wikipedia) before anything reaches the LLM, but result quality still varies run to run.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inconsistency feeds directly into what the LLM sees -- and therefore into how it summarizes and scores risk.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486400" cy="4434840"/>
          </a:xfrm>
          <a:prstGeom prst="roundRect">
            <a:avLst>
              <a:gd name="adj" fmla="val 1649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4652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the LLM never decides alone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46520" y="2377440"/>
            <a:ext cx="50292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OFAC sanctions match is deterministic (rapidfuzz name + DOB), computed independently of the LLM -- a real SDN hit still surfaces even if the LLM's summary undersells it.
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The LLM only emits a constrained LOW/MEDIUM/HIGH flag from a fixed prompt + evidence -- not an unconstrained free-text verdict driving the decision directly.
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Every risk summary is logged verbatim with its source evidence (data/kyc_logs.jsonl) -- a hallucinated claim is auditable, not hidden.
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MEDIUM risk routes to human review, not auto-approve -- borderline LLM calls never resolve themselves.
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Open item: no automated consistency check (e.g. cross-run majority vote) on the LLM output yet -- flagged as next-step hardening.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&amp; compliance case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at no cost using freely available tools and resources.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502920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Reaches the brief's &lt;60s performance target.
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Cheapest check (behavioral gate) runs first, so bot traffic never reaches OCR, face-match, or LLM calls.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One JSON config change adds a country -- no per-country code branch, no re-architecture to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4652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case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331720"/>
            <a:ext cx="502920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Real OFAC SDN list -- 7,495 entries, fuzzy name + DOB matching, not a hand-picked sample.
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Full audit trail: every fraud verdict, OCR field, face-match score, and OSINT summary is logged server-side.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black-box scores -- every rejection ships with a stated, human-readable reason.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-- three scenarios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minutes, three applicants -- each one exercises a different stage of the pipeline from slide 2.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pass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Myself, Country A -- full Video KYC with live webcam capture, then a clean OSINT check. Approved end-to-end.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51960" y="1600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80560" y="1828800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05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480560" y="2423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fraud caught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80560" y="28803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Myself, Country A, with a mismatched ID photo. The identity cross-check catches it -- rejected before OSINT even runs.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75320" y="1828800"/>
            <a:ext cx="457200" cy="457200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753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2423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hit caught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75320" y="28803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high-profile applicant, Country B -- ID-only routing, then the OSINT agent flags a real OFAC match. Rejected.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C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4251960"/>
            <a:ext cx="10652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OSINT output -- scenario 3 (excerpt from data/kyc_logs.jsonl)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4572000"/>
            <a:ext cx="10652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“Repeatedly identified across multiple sources (OFAC, Iran Watch) as subject to severe international sanctions and listed on the SDN list -- counter-terrorism concerns, secondary sanctions risk, involvement in illicit trade with sanctioned regions.”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yc_demo.mp4" descr="A screenshot of a computer&#10;&#10;AI-generated content may be incorrect.">
            <a:hlinkClick r:id="" action="ppaction://media"/>
            <a:extLst>
              <a:ext uri="{FF2B5EF4-FFF2-40B4-BE49-F238E27FC236}">
                <a16:creationId xmlns:a16="http://schemas.microsoft.com/office/drawing/2014/main" id="{4DF99DD2-F69F-A727-5009-B4CE6155C6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43939" y="643467"/>
            <a:ext cx="9904122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721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370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-- thank you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prototype across two jurisdictions, both verification paths, fraud detection at both the behavioral and OSINT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377690" y="2040255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we'd build next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200400" y="261747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* Smarter gatekeeping -- ML-based behavioral fraud model
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* Real liveness / anti-spoofing detection
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* UN/EU sanctions blocklists + a distinct PEP flag
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* Docker Compose (backend + Ollama + a real DB) for one-command setup
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* Swap JSONL backlog for Postgres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-- sample logs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captured entries from data/</a:t>
            </a:r>
            <a:r>
              <a:rPr lang="en-US" sz="1300" i="1" dirty="0" err="1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kyc_logs.jsonl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652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Applicant: raymond oconnor | Country A | STATUS: REJECTED (document_check)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10652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Reasons: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Face match failed (similarity = 0.034)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Form name != ID name (similarity = 36/100 -- ID reads “KHOT, Arif Ibrahim”)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Form DOB != ID DOB (1966-02-27 vs 1970-08-21)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388620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4069080"/>
            <a:ext cx="10652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Applicant: khot arif ibrahim | Country B | STATUS: REJECTED (OSINT) -- OSINT risk flag: HIGH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434840"/>
            <a:ext cx="10652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summary (excerpt): “Repeatedly identified across multiple sources (OFAC, Iran Watch) as subject to severe international sanctions and listed on the SDN list -- counter-terrorism concerns, secondary sanctions risk, involvement in illicit trade with sanctioned regions.”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1059</Words>
  <Application>Microsoft Macintosh PowerPoint</Application>
  <PresentationFormat>Widescreen</PresentationFormat>
  <Paragraphs>99</Paragraphs>
  <Slides>9</Slides>
  <Notes>8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rw1030@student.ubc.ca</cp:lastModifiedBy>
  <cp:revision>4</cp:revision>
  <dcterms:created xsi:type="dcterms:W3CDTF">2026-07-17T17:22:22Z</dcterms:created>
  <dcterms:modified xsi:type="dcterms:W3CDTF">2026-07-17T17:34:04Z</dcterms:modified>
</cp:coreProperties>
</file>